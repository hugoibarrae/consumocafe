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3F94F1-028D-10C2-E202-2AC4558EAA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41DC126-2150-0414-07B7-E63478BE67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AD5D9A3-C93A-5C0E-6257-C33BC9DBB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F2B0B-50AB-484C-B943-C11F1712EB6B}" type="datetimeFigureOut">
              <a:rPr lang="es-MX" smtClean="0"/>
              <a:t>07/08/26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F41BEE6-E843-5800-88BF-9FF764C37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2A523DB-8561-ACE8-0DD5-14D188967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C2B2B-31C5-DE46-ACC3-B08E5218DA0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44172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65A2FA-46EE-B1FA-9B00-8DF18B1BA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1B71B5F-2BD2-551B-5462-B9361A49F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4CCC6B3-51BB-3BDB-651F-D60346B15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F2B0B-50AB-484C-B943-C11F1712EB6B}" type="datetimeFigureOut">
              <a:rPr lang="es-MX" smtClean="0"/>
              <a:t>07/08/26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532D5DD-6071-198F-AC6C-50A60C5C8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C22D012-2264-4DBE-DA42-7F653E6E9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C2B2B-31C5-DE46-ACC3-B08E5218DA0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64663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1AD1FE-7D6E-1BDC-867D-0FEBAC6BA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1DB9446-3A3D-E18B-585C-52C4A286DE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2AF1B4-5EEF-D2B8-7E88-227B887B5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F2B0B-50AB-484C-B943-C11F1712EB6B}" type="datetimeFigureOut">
              <a:rPr lang="es-MX" smtClean="0"/>
              <a:t>07/08/26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573604E-70D3-1BB5-1C03-F7E3BF093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55563F5-CB9F-5B1C-2D4C-57C424EA4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C2B2B-31C5-DE46-ACC3-B08E5218DA0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95122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725DFE-6E5C-34FC-5763-9BA9D6C5E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FA2DA44-BC4A-A36F-4411-2D81E28C70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4B940BB-A3DA-E803-28DE-69C652814D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5408445-55C4-28DC-BAF8-1C52A4551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F2B0B-50AB-484C-B943-C11F1712EB6B}" type="datetimeFigureOut">
              <a:rPr lang="es-MX" smtClean="0"/>
              <a:t>07/08/26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C4C41FD-FFE8-8FEB-E175-C8C8D9042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9D31CA6-28F9-D8F5-0382-B37F1D4EB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C2B2B-31C5-DE46-ACC3-B08E5218DA0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90000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E03F5-B94E-DA44-806A-E65E82547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A474A52-8D76-C1CB-EADD-56BFEBA32F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67B7906-1843-582B-547C-0E19D3265E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8BDD06B-495B-03B1-AB07-D153B4C378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6EC6137-9377-FBC5-E111-7D75A7305A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9B53DB8-9E79-19D4-4FD8-967135539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F2B0B-50AB-484C-B943-C11F1712EB6B}" type="datetimeFigureOut">
              <a:rPr lang="es-MX" smtClean="0"/>
              <a:t>07/08/26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1F4D85C-4C86-FECB-0B0E-86A7C22C7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BCC16FA-6F88-6C23-73DF-EB9962904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C2B2B-31C5-DE46-ACC3-B08E5218DA0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19545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780FC7-FDC9-E0BC-D49E-3781C8195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79AA290-2E9B-0A0A-36EB-6760FC809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F2B0B-50AB-484C-B943-C11F1712EB6B}" type="datetimeFigureOut">
              <a:rPr lang="es-MX" smtClean="0"/>
              <a:t>07/08/26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3B9DF04-51E6-6F45-AD2C-C90A4227E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AEF2530-B9F8-4DEB-70FD-1603CBDF6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C2B2B-31C5-DE46-ACC3-B08E5218DA0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28305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61EC3E1-1A81-001A-C670-84E3DDF2F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F2B0B-50AB-484C-B943-C11F1712EB6B}" type="datetimeFigureOut">
              <a:rPr lang="es-MX" smtClean="0"/>
              <a:t>07/08/26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F70278A-71B1-6F1F-DDED-A200C55C6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C09A816-81D8-79CD-296F-3DEC8B4E6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C2B2B-31C5-DE46-ACC3-B08E5218DA0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2933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E7970A-5FB6-CAE9-4A8A-6EF806999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F56C88F-5BCE-B813-F93B-E21C4E4D1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6143B91-8AD5-4D34-B9D9-BBD6045591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4AE89F5-3B6B-CC2D-933E-11F73996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F2B0B-50AB-484C-B943-C11F1712EB6B}" type="datetimeFigureOut">
              <a:rPr lang="es-MX" smtClean="0"/>
              <a:t>07/08/26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4E8E706-0259-587B-7425-A0C981541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56BFA55-6D1E-9380-E7C7-EFE3084BD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C2B2B-31C5-DE46-ACC3-B08E5218DA0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90164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42A2E7-1853-B880-7C65-262B4EA89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C4844B3-4331-0174-C0CE-B5A727E954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887A04B-B74A-8EAD-B843-7056BB314C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1B82B27-3DFC-2F3E-87DB-AC73B3458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F2B0B-50AB-484C-B943-C11F1712EB6B}" type="datetimeFigureOut">
              <a:rPr lang="es-MX" smtClean="0"/>
              <a:t>07/08/26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20C5D14-B165-705F-4B48-24382BB3C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B6E3B08-25A5-890F-7B9A-7F13A3ECE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C2B2B-31C5-DE46-ACC3-B08E5218DA0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59459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5EA33E-53FE-D1CE-926E-B62A654A5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590D4FB-BF4C-1079-C749-8F95EA80A3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8EE0917-E972-3BDF-E74C-7F235A7E4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F2B0B-50AB-484C-B943-C11F1712EB6B}" type="datetimeFigureOut">
              <a:rPr lang="es-MX" smtClean="0"/>
              <a:t>07/08/26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A217B79-8886-48BA-AC61-FF1C21218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7B9D92E-AABE-BD26-F3B2-ACB0A747B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C2B2B-31C5-DE46-ACC3-B08E5218DA0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71218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C3551D9-C770-4BBC-2239-7775E0784B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FEA9469-3406-8C00-0D9E-5CB7B894E6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F0E3010-15B7-D580-F46B-0BBFEE3B0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F2B0B-50AB-484C-B943-C11F1712EB6B}" type="datetimeFigureOut">
              <a:rPr lang="es-MX" smtClean="0"/>
              <a:t>07/08/26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FAD7AB-4717-DD4B-47E1-EE4543399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90A461C-B71F-2F9E-7084-9DD03482D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C2B2B-31C5-DE46-ACC3-B08E5218DA0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65012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4D3FBEB-1BA4-19DD-5678-64E5237B7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CE057CC-5E13-CB8C-762E-2474E05BDD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F67753E-9A91-8013-DF05-41937D99EE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CF2B0B-50AB-484C-B943-C11F1712EB6B}" type="datetimeFigureOut">
              <a:rPr lang="es-MX" smtClean="0"/>
              <a:t>07/08/26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CC5E4E9-AFF5-07BC-6A3D-96EFC8206A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81AB08A-F396-37C0-51AA-E3A6442CA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2C2B2B-31C5-DE46-ACC3-B08E5218DA0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50352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B2BB79-6C77-21FD-C50E-F1BE83A82B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0B52383-860D-7652-79A9-D1F6A9E62E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D0B8E06-C12C-4442-4219-39183D6D6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2375" y="-57944"/>
            <a:ext cx="2222500" cy="22225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12C031C-820E-63C3-474F-2CD9F0BA20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4750" y="-57944"/>
            <a:ext cx="2222500" cy="22225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33DC0F5-E041-5F46-2B21-B5454A3746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7125" y="-57944"/>
            <a:ext cx="2222500" cy="222250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8BCCFDDD-BE28-57B7-888C-0233595019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9500" y="-57944"/>
            <a:ext cx="2222500" cy="222250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333A2B4C-8C9E-168D-7DDD-2E82FEC418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6750" y="2241042"/>
            <a:ext cx="2222500" cy="2222500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A26E018D-A5CE-7A03-1BF1-6184AB9B59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86850" y="4596606"/>
            <a:ext cx="2222500" cy="222250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FCA433B5-B128-FE7A-EAAA-436E5CE4787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4596606"/>
            <a:ext cx="2222500" cy="2222500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099298AE-38D6-45FD-A2B4-A3C146A19D7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28950" y="4596606"/>
            <a:ext cx="2222500" cy="2222500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A407AE23-97AC-BF6E-C0E2-7A7195551AA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57900" y="4596606"/>
            <a:ext cx="2222500" cy="2222500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AAE959CB-F65D-FEB7-890B-8D049FC2221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5179" y="2241042"/>
            <a:ext cx="2222500" cy="2222500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5D2C6062-9052-9490-51BF-83BFE346870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02369" y="2241042"/>
            <a:ext cx="2222500" cy="2222500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70CE454B-CBCC-A566-F7A0-814039F9AEE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79559" y="2241042"/>
            <a:ext cx="2222500" cy="2222500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C9F1AAA0-0711-04F4-8995-ECA711C52FA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-57944"/>
            <a:ext cx="2222500" cy="222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28829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Macintosh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Hugo Martin De J. lbarra Elizondo</dc:creator>
  <cp:lastModifiedBy>Hugo Martin De J. lbarra Elizondo</cp:lastModifiedBy>
  <cp:revision>1</cp:revision>
  <dcterms:created xsi:type="dcterms:W3CDTF">2026-08-07T22:56:09Z</dcterms:created>
  <dcterms:modified xsi:type="dcterms:W3CDTF">2026-08-07T22:59:03Z</dcterms:modified>
</cp:coreProperties>
</file>